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wonderful-dirac/mnt/outputs/icons/cloud_wm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1414455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Certification Practice Platform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4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configuration-driven practice environment for every certification our PS team pursues — Salesforce and beyond.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423818" cy="3246120"/>
          </a:xfrm>
          <a:prstGeom prst="rect">
            <a:avLst/>
          </a:prstGeom>
          <a:solidFill>
            <a:srgbClr val="F3F3F3"/>
          </a:solidFill>
          <a:ln/>
          <a:effectLst>
            <a:outerShdw sx="100000" sy="100000" kx="0" ky="0" algn="bl" rotWithShape="0" blurRad="152400" dist="38100" dir="5400000">
              <a:srgbClr val="94A3B8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09089" y="2423160"/>
            <a:ext cx="685800" cy="685800"/>
          </a:xfrm>
          <a:prstGeom prst="ellipse">
            <a:avLst/>
          </a:prstGeom>
          <a:solidFill>
            <a:srgbClr val="0176D3"/>
          </a:solidFill>
          <a:ln/>
          <a:effectLst>
            <a:outerShdw sx="100000" sy="100000" kx="0" ky="0" algn="bl" rotWithShape="0" blurRad="76200" dist="25400" dir="5400000">
              <a:srgbClr val="032D60">
                <a:alpha val="25000"/>
              </a:srgbClr>
            </a:outerShdw>
          </a:effectLst>
        </p:spPr>
      </p:sp>
      <p:pic>
        <p:nvPicPr>
          <p:cNvPr id="7" name="Image 1" descr="/sessions/sleepy-wonderful-dirac/mnt/outputs/icons/grad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109" y="25831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3832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Cert, One Platform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3931920"/>
            <a:ext cx="27837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AWS, Azure, GCP, ServiceNow, PMP, Scrum — add a new cert by updating a config file, not by rebuilding the app.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83938" y="1965960"/>
            <a:ext cx="3423818" cy="3246120"/>
          </a:xfrm>
          <a:prstGeom prst="rect">
            <a:avLst/>
          </a:prstGeom>
          <a:solidFill>
            <a:srgbClr val="F3F3F3"/>
          </a:solidFill>
          <a:ln/>
          <a:effectLst>
            <a:outerShdw sx="100000" sy="100000" kx="0" ky="0" algn="bl" rotWithShape="0" blurRad="152400" dist="38100" dir="5400000">
              <a:srgbClr val="94A3B8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52948" y="2423160"/>
            <a:ext cx="685800" cy="685800"/>
          </a:xfrm>
          <a:prstGeom prst="ellipse">
            <a:avLst/>
          </a:prstGeom>
          <a:solidFill>
            <a:srgbClr val="0176D3"/>
          </a:solidFill>
          <a:ln/>
          <a:effectLst>
            <a:outerShdw sx="100000" sy="100000" kx="0" ky="0" algn="bl" rotWithShape="0" blurRad="76200" dist="25400" dir="5400000">
              <a:srgbClr val="032D60">
                <a:alpha val="25000"/>
              </a:srgbClr>
            </a:outerShdw>
          </a:effectLst>
        </p:spPr>
      </p:sp>
      <p:pic>
        <p:nvPicPr>
          <p:cNvPr id="12" name="Image 2" descr="/sessions/sleepy-wonderful-dirac/mnt/outputs/icons/laptop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25831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2538" y="33832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Exam Simulation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703978" y="3931920"/>
            <a:ext cx="27837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actual test experience for each vendor: timing, weighted scoring, and question flow tuned per certification.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127797" y="1965960"/>
            <a:ext cx="3423818" cy="3246120"/>
          </a:xfrm>
          <a:prstGeom prst="rect">
            <a:avLst/>
          </a:prstGeom>
          <a:solidFill>
            <a:srgbClr val="F3F3F3"/>
          </a:solidFill>
          <a:ln/>
          <a:effectLst>
            <a:outerShdw sx="100000" sy="100000" kx="0" ky="0" algn="bl" rotWithShape="0" blurRad="152400" dist="38100" dir="5400000">
              <a:srgbClr val="94A3B8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496806" y="2423160"/>
            <a:ext cx="685800" cy="685800"/>
          </a:xfrm>
          <a:prstGeom prst="ellipse">
            <a:avLst/>
          </a:prstGeom>
          <a:solidFill>
            <a:srgbClr val="0176D3"/>
          </a:solidFill>
          <a:ln/>
          <a:effectLst>
            <a:outerShdw sx="100000" sy="100000" kx="0" ky="0" algn="bl" rotWithShape="0" blurRad="76200" dist="25400" dir="5400000">
              <a:srgbClr val="032D60">
                <a:alpha val="25000"/>
              </a:srgbClr>
            </a:outerShdw>
          </a:effectLst>
        </p:spPr>
      </p:sp>
      <p:pic>
        <p:nvPicPr>
          <p:cNvPr id="17" name="Image 3" descr="/sessions/sleepy-wonderful-dirac/mnt/output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826" y="25831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6397" y="33832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PS Team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447837" y="3931920"/>
            <a:ext cx="27837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every PS consultant a low-pressure playground to build confidence before sitting any vendor exam.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5577840"/>
            <a:ext cx="109728" cy="777240"/>
          </a:xfrm>
          <a:prstGeom prst="rect">
            <a:avLst/>
          </a:prstGeom>
          <a:solidFill>
            <a:srgbClr val="0176D3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5577840"/>
            <a:ext cx="10801807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1005840" y="55778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cert the PS team needs. Configured, not hardcoded.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wonderful-dirac/mnt/outputs/icons/cloud_wm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1414455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Question Bank Is Built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4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curated public forums, dump-free. Next: internal-only sources via Google Notebook.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95848" y="2331720"/>
            <a:ext cx="0" cy="292608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965960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forums, carefully filtered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070860"/>
            <a:ext cx="457200" cy="457200"/>
          </a:xfrm>
          <a:prstGeom prst="ellipse">
            <a:avLst/>
          </a:prstGeom>
          <a:solidFill>
            <a:srgbClr val="04C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pic>
        <p:nvPicPr>
          <p:cNvPr id="9" name="Image 1" descr="/sessions/sleepy-wonderful-dirac/mnt/outputs/icons/red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714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80360"/>
            <a:ext cx="458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communities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3182112"/>
            <a:ext cx="4587088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r/salesforce, r/SalesforceDeveloper and similar — real practitioner discussions only.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000500"/>
            <a:ext cx="457200" cy="457200"/>
          </a:xfrm>
          <a:prstGeom prst="ellipse">
            <a:avLst/>
          </a:prstGeom>
          <a:solidFill>
            <a:srgbClr val="04C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pic>
        <p:nvPicPr>
          <p:cNvPr id="13" name="Image 2" descr="/sessions/sleepy-wonderful-dirac/mnt/outputs/icons/book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1010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10000"/>
            <a:ext cx="458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Ben &amp; Apex Hours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80160" y="4111752"/>
            <a:ext cx="4587088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Reputable community blogs and learning sites with study material.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930140"/>
            <a:ext cx="457200" cy="457200"/>
          </a:xfrm>
          <a:prstGeom prst="ellipse">
            <a:avLst/>
          </a:prstGeom>
          <a:solidFill>
            <a:srgbClr val="04C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pic>
        <p:nvPicPr>
          <p:cNvPr id="17" name="Image 3" descr="/sessions/sleepy-wonderful-dirac/mnt/output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503072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739640"/>
            <a:ext cx="458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cert-dump sites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80160" y="5041392"/>
            <a:ext cx="4587088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Hard-blocked: ExamTopics, PassLeader, braindump pages, and any 'real exam questions' content.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324448" y="1965960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324448" y="237744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knowledge, fully governed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324448" y="3070860"/>
            <a:ext cx="457200" cy="457200"/>
          </a:xfrm>
          <a:prstGeom prst="ellipse">
            <a:avLst/>
          </a:prstGeom>
          <a:solidFill>
            <a:srgbClr val="04C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pic>
        <p:nvPicPr>
          <p:cNvPr id="23" name="Image 4" descr="/sessions/sleepy-wonderful-dirac/mnt/outputs/icons/book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032" y="317144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64528" y="2880360"/>
            <a:ext cx="458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964528" y="3182112"/>
            <a:ext cx="4587088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internal source of truth, owned and curated by the PS team.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324448" y="4000500"/>
            <a:ext cx="457200" cy="457200"/>
          </a:xfrm>
          <a:prstGeom prst="ellipse">
            <a:avLst/>
          </a:prstGeom>
          <a:solidFill>
            <a:srgbClr val="04C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pic>
        <p:nvPicPr>
          <p:cNvPr id="27" name="Image 5" descr="/sessions/sleepy-wonderful-dirac/mnt/outputs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032" y="4101084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64528" y="3810000"/>
            <a:ext cx="458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Access-controlled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964528" y="4111752"/>
            <a:ext cx="4587088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stays inside our tenant. No external scraping, no public exposure.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324448" y="4930140"/>
            <a:ext cx="457200" cy="457200"/>
          </a:xfrm>
          <a:prstGeom prst="ellipse">
            <a:avLst/>
          </a:prstGeom>
          <a:solidFill>
            <a:srgbClr val="04C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pic>
        <p:nvPicPr>
          <p:cNvPr id="31" name="Image 6" descr="/sessions/sleepy-wonderful-dirac/mnt/outputs/icons/rando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5032" y="5030724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964528" y="4739640"/>
            <a:ext cx="458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&amp; randomized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964528" y="5041392"/>
            <a:ext cx="4587088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turns internal material into fresh, vendor-aligned practice questions for every session.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→ Internal: a one-way move toward fully governed content.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2026-05-12T01:42:25Z</dcterms:created>
  <dcterms:modified xsi:type="dcterms:W3CDTF">2026-05-12T01:42:25Z</dcterms:modified>
</cp:coreProperties>
</file>